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7" r:id="rId3"/>
    <p:sldId id="258" r:id="rId4"/>
    <p:sldId id="260" r:id="rId6"/>
    <p:sldId id="261" r:id="rId7"/>
    <p:sldId id="262" r:id="rId8"/>
    <p:sldId id="263" r:id="rId9"/>
    <p:sldId id="268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5039A6-F36D-40EC-9C40-978F7891C0D3}" v="2" dt="2026-07-23T09:22:50.497"/>
    <p1510:client id="{99BAD0F8-86B1-4B0E-B507-B635FB6532E1}" v="1" dt="2026-07-24T04:49:31.7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896" autoAdjust="0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1000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Relationship Id="rId1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nter Institutional Inclusive  Innovations Center" userId="8f0f2a58-4f3c-47a5-9304-113b24e1e584" providerId="ADAL" clId="{7C429524-839A-4DDC-9EAA-B9B6CA7C8F65}"/>
    <pc:docChg chg="undo custSel modSld addMainMaster delMainMaster modMainMaster">
      <pc:chgData name="Inter Institutional Inclusive  Innovations Center" userId="8f0f2a58-4f3c-47a5-9304-113b24e1e584" providerId="ADAL" clId="{7C429524-839A-4DDC-9EAA-B9B6CA7C8F65}" dt="2026-07-24T04:52:03.139" v="215" actId="20577"/>
      <pc:docMkLst>
        <pc:docMk/>
      </pc:docMkLst>
      <pc:sldChg chg="addSp delSp modSp mod">
        <pc:chgData name="Inter Institutional Inclusive  Innovations Center" userId="8f0f2a58-4f3c-47a5-9304-113b24e1e584" providerId="ADAL" clId="{7C429524-839A-4DDC-9EAA-B9B6CA7C8F65}" dt="2026-07-24T04:52:03.139" v="215" actId="20577"/>
        <pc:sldMkLst>
          <pc:docMk/>
          <pc:sldMk cId="0" sldId="256"/>
        </pc:sldMkLst>
        <pc:spChg chg="mod">
          <ac:chgData name="Inter Institutional Inclusive  Innovations Center" userId="8f0f2a58-4f3c-47a5-9304-113b24e1e584" providerId="ADAL" clId="{7C429524-839A-4DDC-9EAA-B9B6CA7C8F65}" dt="2026-07-24T04:52:03.139" v="215" actId="20577"/>
          <ac:spMkLst>
            <pc:docMk/>
            <pc:sldMk cId="0" sldId="256"/>
            <ac:spMk id="12" creationId="{00000000-0000-0000-0000-000000000000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1:19.958" v="117" actId="478"/>
          <ac:picMkLst>
            <pc:docMk/>
            <pc:sldMk cId="0" sldId="256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49:50.859" v="169" actId="1076"/>
          <ac:picMkLst>
            <pc:docMk/>
            <pc:sldMk cId="0" sldId="256"/>
            <ac:picMk id="5" creationId="{8BB4234F-3583-BFF9-C279-17614D0CF451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4T04:49:34.965" v="164" actId="478"/>
          <ac:picMkLst>
            <pc:docMk/>
            <pc:sldMk cId="0" sldId="256"/>
            <ac:picMk id="6" creationId="{00000000-0000-0000-0000-00000000000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8:56.841" v="162" actId="478"/>
          <ac:picMkLst>
            <pc:docMk/>
            <pc:sldMk cId="0" sldId="256"/>
            <ac:picMk id="21" creationId="{39800F03-85D7-C539-AC1F-E617F255427D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1:18.033" v="116" actId="478"/>
          <ac:picMkLst>
            <pc:docMk/>
            <pc:sldMk cId="0" sldId="256"/>
            <ac:picMk id="24" creationId="{49E19F6C-7A17-044F-4D35-5AE5900A884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03.416" v="173" actId="1076"/>
        <pc:sldMkLst>
          <pc:docMk/>
          <pc:sldMk cId="0" sldId="257"/>
        </pc:sldMkLst>
        <pc:spChg chg="del">
          <ac:chgData name="Inter Institutional Inclusive  Innovations Center" userId="8f0f2a58-4f3c-47a5-9304-113b24e1e584" providerId="ADAL" clId="{7C429524-839A-4DDC-9EAA-B9B6CA7C8F65}" dt="2026-07-23T09:23:50.752" v="142" actId="478"/>
          <ac:spMkLst>
            <pc:docMk/>
            <pc:sldMk cId="0" sldId="257"/>
            <ac:spMk id="4" creationId="{00000000-0000-0000-0000-000000000000}"/>
          </ac:spMkLst>
        </pc:spChg>
        <pc:spChg chg="add mod">
          <ac:chgData name="Inter Institutional Inclusive  Innovations Center" userId="8f0f2a58-4f3c-47a5-9304-113b24e1e584" providerId="ADAL" clId="{7C429524-839A-4DDC-9EAA-B9B6CA7C8F65}" dt="2026-07-23T09:23:55" v="144" actId="1076"/>
          <ac:spMkLst>
            <pc:docMk/>
            <pc:sldMk cId="0" sldId="257"/>
            <ac:spMk id="70" creationId="{780937B3-EB04-4CBA-C636-AF115BC1E358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1:34.301" v="122" actId="478"/>
          <ac:picMkLst>
            <pc:docMk/>
            <pc:sldMk cId="0" sldId="257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50:03.416" v="173" actId="1076"/>
          <ac:picMkLst>
            <pc:docMk/>
            <pc:sldMk cId="0" sldId="257"/>
            <ac:picMk id="5" creationId="{5F67FE6B-8CE4-2744-DE3C-E456350E62E4}"/>
          </ac:picMkLst>
        </pc:picChg>
        <pc:picChg chg="add del">
          <ac:chgData name="Inter Institutional Inclusive  Innovations Center" userId="8f0f2a58-4f3c-47a5-9304-113b24e1e584" providerId="ADAL" clId="{7C429524-839A-4DDC-9EAA-B9B6CA7C8F65}" dt="2026-07-23T09:23:50.752" v="142" actId="478"/>
          <ac:picMkLst>
            <pc:docMk/>
            <pc:sldMk cId="0" sldId="257"/>
            <ac:picMk id="6" creationId="{00000000-0000-0000-0000-000000000000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1:36.011" v="123" actId="478"/>
          <ac:picMkLst>
            <pc:docMk/>
            <pc:sldMk cId="0" sldId="257"/>
            <ac:picMk id="67" creationId="{C1D8EFAA-60C4-F885-3CF5-29E5275B8458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3T09:23:50.752" v="142" actId="478"/>
          <ac:picMkLst>
            <pc:docMk/>
            <pc:sldMk cId="0" sldId="257"/>
            <ac:picMk id="68" creationId="{923CF78D-2057-EB74-919F-879D8B37DC53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9:59.267" v="171" actId="478"/>
          <ac:picMkLst>
            <pc:docMk/>
            <pc:sldMk cId="0" sldId="257"/>
            <ac:picMk id="72" creationId="{E669829C-7B29-A7D1-ED99-C5F19C5072C6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9:57.485" v="170" actId="478"/>
          <ac:picMkLst>
            <pc:docMk/>
            <pc:sldMk cId="0" sldId="257"/>
            <ac:picMk id="74" creationId="{BEAA2AA5-66C7-EAD6-3C1C-DA0576C000F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10.912" v="177" actId="1076"/>
        <pc:sldMkLst>
          <pc:docMk/>
          <pc:sldMk cId="0" sldId="258"/>
        </pc:sldMkLst>
        <pc:spChg chg="del">
          <ac:chgData name="Inter Institutional Inclusive  Innovations Center" userId="8f0f2a58-4f3c-47a5-9304-113b24e1e584" providerId="ADAL" clId="{7C429524-839A-4DDC-9EAA-B9B6CA7C8F65}" dt="2026-07-23T09:24:02.229" v="145" actId="478"/>
          <ac:spMkLst>
            <pc:docMk/>
            <pc:sldMk cId="0" sldId="258"/>
            <ac:spMk id="4" creationId="{00000000-0000-0000-0000-000000000000}"/>
          </ac:spMkLst>
        </pc:spChg>
        <pc:spChg chg="add mod">
          <ac:chgData name="Inter Institutional Inclusive  Innovations Center" userId="8f0f2a58-4f3c-47a5-9304-113b24e1e584" providerId="ADAL" clId="{7C429524-839A-4DDC-9EAA-B9B6CA7C8F65}" dt="2026-07-23T09:24:05.052" v="147" actId="1076"/>
          <ac:spMkLst>
            <pc:docMk/>
            <pc:sldMk cId="0" sldId="258"/>
            <ac:spMk id="22" creationId="{8B3789FB-4EC6-29BB-8AB4-B514BCE88A9C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4:02.229" v="145" actId="478"/>
          <ac:picMkLst>
            <pc:docMk/>
            <pc:sldMk cId="0" sldId="258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50:10.912" v="177" actId="1076"/>
          <ac:picMkLst>
            <pc:docMk/>
            <pc:sldMk cId="0" sldId="258"/>
            <ac:picMk id="5" creationId="{AFA5626A-1768-0BB6-2B3B-C29607998D96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4:02.229" v="145" actId="478"/>
          <ac:picMkLst>
            <pc:docMk/>
            <pc:sldMk cId="0" sldId="258"/>
            <ac:picMk id="6" creationId="{00000000-0000-0000-0000-00000000000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08.485" v="175" actId="478"/>
          <ac:picMkLst>
            <pc:docMk/>
            <pc:sldMk cId="0" sldId="258"/>
            <ac:picMk id="24" creationId="{AE24B99B-8E01-F8B4-8ED1-D996CB7F0C99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06.767" v="174" actId="478"/>
          <ac:picMkLst>
            <pc:docMk/>
            <pc:sldMk cId="0" sldId="258"/>
            <ac:picMk id="26" creationId="{D2A8A9BE-1E15-DD99-FB54-E04C51A447DD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18.005" v="181" actId="1076"/>
        <pc:sldMkLst>
          <pc:docMk/>
          <pc:sldMk cId="0" sldId="259"/>
        </pc:sldMkLst>
        <pc:spChg chg="add mod">
          <ac:chgData name="Inter Institutional Inclusive  Innovations Center" userId="8f0f2a58-4f3c-47a5-9304-113b24e1e584" providerId="ADAL" clId="{7C429524-839A-4DDC-9EAA-B9B6CA7C8F65}" dt="2026-07-23T09:24:11.057" v="149" actId="1076"/>
          <ac:spMkLst>
            <pc:docMk/>
            <pc:sldMk cId="0" sldId="259"/>
            <ac:spMk id="25" creationId="{82B7216B-04F1-E2CC-935F-9AA2CE5B9E43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18.005" v="181" actId="1076"/>
          <ac:picMkLst>
            <pc:docMk/>
            <pc:sldMk cId="0" sldId="259"/>
            <ac:picMk id="26" creationId="{7743FE56-9400-E309-F93C-96E3C8B4AF82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15.027" v="179" actId="478"/>
          <ac:picMkLst>
            <pc:docMk/>
            <pc:sldMk cId="0" sldId="259"/>
            <ac:picMk id="27" creationId="{B357A1E6-99F0-E990-223D-B058F179008C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13.204" v="178" actId="478"/>
          <ac:picMkLst>
            <pc:docMk/>
            <pc:sldMk cId="0" sldId="259"/>
            <ac:picMk id="29" creationId="{9072229F-1CE5-750A-DBFD-9C4A88BAFE15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28.242" v="186" actId="1076"/>
        <pc:sldMkLst>
          <pc:docMk/>
          <pc:sldMk cId="0" sldId="260"/>
        </pc:sldMkLst>
        <pc:spChg chg="add mod">
          <ac:chgData name="Inter Institutional Inclusive  Innovations Center" userId="8f0f2a58-4f3c-47a5-9304-113b24e1e584" providerId="ADAL" clId="{7C429524-839A-4DDC-9EAA-B9B6CA7C8F65}" dt="2026-07-23T09:24:18.395" v="151" actId="1076"/>
          <ac:spMkLst>
            <pc:docMk/>
            <pc:sldMk cId="0" sldId="260"/>
            <ac:spMk id="22" creationId="{50164B49-38DE-6195-0A8B-DC6EC6DA2457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28.242" v="186" actId="1076"/>
          <ac:picMkLst>
            <pc:docMk/>
            <pc:sldMk cId="0" sldId="260"/>
            <ac:picMk id="23" creationId="{18A68BD0-3127-AC0B-80B4-CA2643B37A26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23.735" v="183" actId="478"/>
          <ac:picMkLst>
            <pc:docMk/>
            <pc:sldMk cId="0" sldId="260"/>
            <ac:picMk id="24" creationId="{3A18E54B-D9A5-D8F4-1F47-CC79C92D1FCB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21.102" v="182" actId="478"/>
          <ac:picMkLst>
            <pc:docMk/>
            <pc:sldMk cId="0" sldId="260"/>
            <ac:picMk id="26" creationId="{EFBAF213-417A-8EA4-B3CD-8E1992EDDC89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35.583" v="190" actId="1076"/>
        <pc:sldMkLst>
          <pc:docMk/>
          <pc:sldMk cId="0" sldId="261"/>
        </pc:sldMkLst>
        <pc:spChg chg="add mod">
          <ac:chgData name="Inter Institutional Inclusive  Innovations Center" userId="8f0f2a58-4f3c-47a5-9304-113b24e1e584" providerId="ADAL" clId="{7C429524-839A-4DDC-9EAA-B9B6CA7C8F65}" dt="2026-07-23T09:24:23.028" v="153" actId="1076"/>
          <ac:spMkLst>
            <pc:docMk/>
            <pc:sldMk cId="0" sldId="261"/>
            <ac:spMk id="25" creationId="{BB3A3471-21A6-8A80-8399-32E98C63F186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35.583" v="190" actId="1076"/>
          <ac:picMkLst>
            <pc:docMk/>
            <pc:sldMk cId="0" sldId="261"/>
            <ac:picMk id="26" creationId="{1ADA517E-8996-A444-E540-A2F9B8F98D2B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2.232" v="188" actId="478"/>
          <ac:picMkLst>
            <pc:docMk/>
            <pc:sldMk cId="0" sldId="261"/>
            <ac:picMk id="27" creationId="{D9C2C2E0-4D39-89DE-E3C8-3CF1DCD3752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0.421" v="187" actId="478"/>
          <ac:picMkLst>
            <pc:docMk/>
            <pc:sldMk cId="0" sldId="261"/>
            <ac:picMk id="29" creationId="{3BBCC248-868C-340C-0FAD-CA376B1FC8FE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42.239" v="194" actId="1076"/>
        <pc:sldMkLst>
          <pc:docMk/>
          <pc:sldMk cId="0" sldId="262"/>
        </pc:sldMkLst>
        <pc:spChg chg="add mod">
          <ac:chgData name="Inter Institutional Inclusive  Innovations Center" userId="8f0f2a58-4f3c-47a5-9304-113b24e1e584" providerId="ADAL" clId="{7C429524-839A-4DDC-9EAA-B9B6CA7C8F65}" dt="2026-07-23T09:24:26.189" v="155" actId="1076"/>
          <ac:spMkLst>
            <pc:docMk/>
            <pc:sldMk cId="0" sldId="262"/>
            <ac:spMk id="27" creationId="{850BA2BE-D607-619F-6960-A71277019D3B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42.239" v="194" actId="1076"/>
          <ac:picMkLst>
            <pc:docMk/>
            <pc:sldMk cId="0" sldId="262"/>
            <ac:picMk id="28" creationId="{C5D3E59C-FE74-F0BE-9B10-98C8003398BC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9.769" v="192" actId="478"/>
          <ac:picMkLst>
            <pc:docMk/>
            <pc:sldMk cId="0" sldId="262"/>
            <ac:picMk id="29" creationId="{D1CD71D8-80DC-E089-7F84-F870CA829998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7.857" v="191" actId="478"/>
          <ac:picMkLst>
            <pc:docMk/>
            <pc:sldMk cId="0" sldId="262"/>
            <ac:picMk id="31" creationId="{32772FAA-6737-736E-57F5-863D0C30C83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13.043" v="199" actId="1076"/>
        <pc:sldMkLst>
          <pc:docMk/>
          <pc:sldMk cId="0" sldId="263"/>
        </pc:sldMkLst>
        <pc:spChg chg="add mod">
          <ac:chgData name="Inter Institutional Inclusive  Innovations Center" userId="8f0f2a58-4f3c-47a5-9304-113b24e1e584" providerId="ADAL" clId="{7C429524-839A-4DDC-9EAA-B9B6CA7C8F65}" dt="2026-07-23T09:24:31.594" v="157" actId="1076"/>
          <ac:spMkLst>
            <pc:docMk/>
            <pc:sldMk cId="0" sldId="263"/>
            <ac:spMk id="31" creationId="{10B6379C-1BCE-6784-4600-934501FC5F97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13.043" v="199" actId="1076"/>
          <ac:picMkLst>
            <pc:docMk/>
            <pc:sldMk cId="0" sldId="263"/>
            <ac:picMk id="32" creationId="{0D18A824-BCDE-0A33-4245-E3C168F9E6DD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46.281" v="196" actId="478"/>
          <ac:picMkLst>
            <pc:docMk/>
            <pc:sldMk cId="0" sldId="263"/>
            <ac:picMk id="33" creationId="{ADD1E958-165B-D6F5-A64F-04FCD64E2147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44.546" v="195" actId="478"/>
          <ac:picMkLst>
            <pc:docMk/>
            <pc:sldMk cId="0" sldId="263"/>
            <ac:picMk id="35" creationId="{6BADDDF0-0612-EB5D-5A8F-EFB7179CFC49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28.815" v="207" actId="1076"/>
        <pc:sldMkLst>
          <pc:docMk/>
          <pc:sldMk cId="0" sldId="267"/>
        </pc:sldMkLst>
        <pc:spChg chg="add mod">
          <ac:chgData name="Inter Institutional Inclusive  Innovations Center" userId="8f0f2a58-4f3c-47a5-9304-113b24e1e584" providerId="ADAL" clId="{7C429524-839A-4DDC-9EAA-B9B6CA7C8F65}" dt="2026-07-23T09:24:40.860" v="161" actId="1076"/>
          <ac:spMkLst>
            <pc:docMk/>
            <pc:sldMk cId="0" sldId="267"/>
            <ac:spMk id="32" creationId="{3E27E131-AC1D-E75C-0267-02565ACC1BC3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28.815" v="207" actId="1076"/>
          <ac:picMkLst>
            <pc:docMk/>
            <pc:sldMk cId="0" sldId="267"/>
            <ac:picMk id="33" creationId="{1D876DBE-D402-1B41-B952-69F6F5BF98C9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26.339" v="205" actId="478"/>
          <ac:picMkLst>
            <pc:docMk/>
            <pc:sldMk cId="0" sldId="267"/>
            <ac:picMk id="34" creationId="{3207B916-D916-65B2-E15B-7B8E518A4CF1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24.437" v="204" actId="478"/>
          <ac:picMkLst>
            <pc:docMk/>
            <pc:sldMk cId="0" sldId="267"/>
            <ac:picMk id="36" creationId="{73F6D37F-F5F4-6581-D4C3-0D6D2153AEF3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22.013" v="203" actId="1076"/>
        <pc:sldMkLst>
          <pc:docMk/>
          <pc:sldMk cId="0" sldId="268"/>
        </pc:sldMkLst>
        <pc:spChg chg="add mod">
          <ac:chgData name="Inter Institutional Inclusive  Innovations Center" userId="8f0f2a58-4f3c-47a5-9304-113b24e1e584" providerId="ADAL" clId="{7C429524-839A-4DDC-9EAA-B9B6CA7C8F65}" dt="2026-07-23T09:24:36.582" v="159" actId="1076"/>
          <ac:spMkLst>
            <pc:docMk/>
            <pc:sldMk cId="0" sldId="268"/>
            <ac:spMk id="30" creationId="{89A93441-4E5C-0FCA-6BDD-16AB2E1B711C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22.013" v="203" actId="1076"/>
          <ac:picMkLst>
            <pc:docMk/>
            <pc:sldMk cId="0" sldId="268"/>
            <ac:picMk id="31" creationId="{73E0C32B-9271-FA34-86BB-7D95EB5AB342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19.304" v="201" actId="478"/>
          <ac:picMkLst>
            <pc:docMk/>
            <pc:sldMk cId="0" sldId="268"/>
            <ac:picMk id="32" creationId="{10A4E146-7FDB-FFE9-9526-3614562D8544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17.385" v="200" actId="478"/>
          <ac:picMkLst>
            <pc:docMk/>
            <pc:sldMk cId="0" sldId="268"/>
            <ac:picMk id="34" creationId="{616214A5-37D4-FB21-7202-26AFB342A299}"/>
          </ac:picMkLst>
        </pc:picChg>
      </pc:sldChg>
      <pc:sldMasterChg chg="modSldLayout">
        <pc:chgData name="Inter Institutional Inclusive  Innovations Center" userId="8f0f2a58-4f3c-47a5-9304-113b24e1e584" providerId="ADAL" clId="{7C429524-839A-4DDC-9EAA-B9B6CA7C8F65}" dt="2026-07-23T09:22:53.132" v="135" actId="1076"/>
        <pc:sldMasterMkLst>
          <pc:docMk/>
          <pc:sldMasterMk cId="0" sldId="2147483648"/>
        </pc:sldMasterMkLst>
        <pc:sldLayoutChg chg="addSp delSp modSp mod">
          <pc:chgData name="Inter Institutional Inclusive  Innovations Center" userId="8f0f2a58-4f3c-47a5-9304-113b24e1e584" providerId="ADAL" clId="{7C429524-839A-4DDC-9EAA-B9B6CA7C8F65}" dt="2026-07-23T09:22:53.132" v="135" actId="1076"/>
          <pc:sldLayoutMkLst>
            <pc:docMk/>
            <pc:sldMasterMk cId="0" sldId="2147483648"/>
            <pc:sldLayoutMk cId="0" sldId="2147483649"/>
          </pc:sldLayoutMkLst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3" creationId="{670500D5-0C61-D368-3EA8-B0D70E76267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7" creationId="{8554604A-67D5-8651-A136-D9C527FB2A3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9" creationId="{29E90E54-6D65-ECF5-20F4-778E23505930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1" creationId="{070086D7-78C3-0DC3-34DD-D68141DA9548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3" creationId="{A2E77B92-8008-BEFB-D609-FA2E3D4355C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5" creationId="{BDA6C487-A013-0BDD-3256-B049C59B305E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7" creationId="{86CA69B4-C6E5-E2E4-A86B-E8053E9874F3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3" creationId="{4C7FD9C6-DB86-B335-81D3-D5591274E04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5" creationId="{9C2348A3-50E7-9624-EAF4-9ACFD3ABE58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7" creationId="{F81BDED9-60D5-649E-4AB6-5A7B541D9AA0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31" creationId="{2BD26DD0-A441-CDA1-C7C4-500C0B482AE4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47" creationId="{A5833BA1-7E68-EA56-E2F4-8F8311ABF752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49" creationId="{B9BD3167-D5BD-8B40-4555-84C7BD065A5E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57" creationId="{5061D844-37EB-548D-B973-C8018E42C215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65" creationId="{FDE11816-BE8D-2EA8-403C-EDD897CC888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77" creationId="{3779CD17-0018-CC60-6D0F-0933639C8E8F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79" creationId="{C8A72EB2-0C41-D852-59DA-E4EA48C4DC76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83" creationId="{6C9218A1-D90A-BA12-EF63-1B92669F6E38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85" creationId="{449C0B3C-3475-D922-9A12-C029E001B10F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3" creationId="{08A80940-BD2D-E549-ED9D-34BC817068A3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5" creationId="{FECC3D97-6F4A-BC31-16FB-164D35CAFD27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9" creationId="{C6F62233-28CA-F7F7-27B0-76ED806DEE15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13" creationId="{3329D229-D178-066B-8117-18D8EC7F3373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127" creationId="{F0D528F7-9BB6-65AC-0918-282E384814E2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41" creationId="{EB893E23-FB1A-0D77-F65C-392B3A91CBBC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43" creationId="{A26E93F0-C6F6-73C1-E4FF-8B898B8250A6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53" creationId="{07D1DC4B-8695-07D8-8056-6A8BA7F332F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87" creationId="{FCA5CCE8-8E73-82EE-CB6B-ADB25409BFB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91" creationId="{500422FC-A5C6-6331-8965-69B3A3D859E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93" creationId="{85DE142B-F8AA-47A6-E761-6329FF37BFB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03" creationId="{5871EDFA-DBCB-D39E-C0AB-2C0B81A53820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13" creationId="{CBE53BBA-B6A7-D74B-87C7-2C5D8EEAA454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31" creationId="{E6A3F812-3BF4-9336-E57D-860E6A54F38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45" creationId="{68E228AD-385E-7895-2F11-2E8E1A4C209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53" creationId="{B226F5B6-1373-9263-48EC-924CF9FC8688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69" creationId="{8C9230A6-A4D4-2C36-7EB2-ADA9A45F2699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79" creationId="{4F0EF51C-A9EC-FDE9-5978-4FD26B7D03A8}"/>
            </ac:spMkLst>
          </pc:spChg>
          <pc:picChg chg="mod">
            <ac:chgData name="Inter Institutional Inclusive  Innovations Center" userId="8f0f2a58-4f3c-47a5-9304-113b24e1e584" providerId="ADAL" clId="{7C429524-839A-4DDC-9EAA-B9B6CA7C8F65}" dt="2026-07-23T09:22:39.795" v="132" actId="1076"/>
            <ac:picMkLst>
              <pc:docMk/>
              <pc:sldMasterMk cId="0" sldId="2147483648"/>
              <pc:sldLayoutMk cId="0" sldId="2147483649"/>
              <ac:picMk id="33" creationId="{9C02DD19-DD7E-1634-0056-B0B673F6409D}"/>
            </ac:picMkLst>
          </pc:picChg>
          <pc:picChg chg="add mod">
            <ac:chgData name="Inter Institutional Inclusive  Innovations Center" userId="8f0f2a58-4f3c-47a5-9304-113b24e1e584" providerId="ADAL" clId="{7C429524-839A-4DDC-9EAA-B9B6CA7C8F65}" dt="2026-07-23T09:22:53.132" v="135" actId="1076"/>
            <ac:picMkLst>
              <pc:docMk/>
              <pc:sldMasterMk cId="0" sldId="2147483648"/>
              <pc:sldLayoutMk cId="0" sldId="2147483649"/>
              <ac:picMk id="282" creationId="{BD66A30C-A2DE-61B6-8B7B-4CF622680E59}"/>
            </ac:picMkLst>
          </pc:picChg>
        </pc:sldLayoutChg>
      </pc:sldMasterChg>
      <pc:sldMasterChg chg="new del mod addSldLayout delSldLayout">
        <pc:chgData name="Inter Institutional Inclusive  Innovations Center" userId="8f0f2a58-4f3c-47a5-9304-113b24e1e584" providerId="ADAL" clId="{7C429524-839A-4DDC-9EAA-B9B6CA7C8F65}" dt="2026-07-23T09:23:04.733" v="137" actId="6938"/>
        <pc:sldMasterMkLst>
          <pc:docMk/>
          <pc:sldMasterMk cId="1023542986" sldId="2147483650"/>
        </pc:sldMasterMkLst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72539884" sldId="2147483651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481455685" sldId="2147483652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921258258" sldId="2147483653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884839122" sldId="2147483654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399709954" sldId="2147483655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808508738" sldId="2147483656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108363411" sldId="2147483657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535369900" sldId="2147483658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624862031" sldId="2147483659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822323631" sldId="2147483660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931480772" sldId="2147483661"/>
          </pc:sldLayoutMkLst>
        </pc:sldLayoutChg>
      </pc:sldMasterChg>
      <pc:sldMasterChg chg="new del mod addSldLayout delSldLayout">
        <pc:chgData name="Inter Institutional Inclusive  Innovations Center" userId="8f0f2a58-4f3c-47a5-9304-113b24e1e584" providerId="ADAL" clId="{7C429524-839A-4DDC-9EAA-B9B6CA7C8F65}" dt="2026-07-23T09:23:08.103" v="139" actId="6938"/>
        <pc:sldMasterMkLst>
          <pc:docMk/>
          <pc:sldMasterMk cId="1372952111" sldId="2147483650"/>
        </pc:sldMasterMkLst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105982335" sldId="2147483651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800850885" sldId="2147483652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877606852" sldId="2147483653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208342861" sldId="2147483654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396227509" sldId="2147483655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380754746" sldId="2147483656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973874357" sldId="2147483657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685638390" sldId="2147483658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165239747" sldId="2147483659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582729751" sldId="2147483660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622961263" sldId="2147483661"/>
          </pc:sldLayoutMkLst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82910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0">
            <a:extLst>
              <a:ext uri="{FF2B5EF4-FFF2-40B4-BE49-F238E27FC236}">
                <a16:creationId xmlns:a16="http://schemas.microsoft.com/office/drawing/2014/main" id="{2BD26DD0-A441-CDA1-C7C4-500C0B482AE4}"/>
              </a:ext>
            </a:extLst>
          </p:cNvPr>
          <p:cNvSpPr/>
          <p:nvPr userDrawn="1"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3" name="Image 0" descr="preencoded.png">
            <a:extLst>
              <a:ext uri="{FF2B5EF4-FFF2-40B4-BE49-F238E27FC236}">
                <a16:creationId xmlns:a16="http://schemas.microsoft.com/office/drawing/2014/main" id="{9C02DD19-DD7E-1634-0056-B0B673F640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5" name="Shape 1">
            <a:extLst>
              <a:ext uri="{FF2B5EF4-FFF2-40B4-BE49-F238E27FC236}">
                <a16:creationId xmlns:a16="http://schemas.microsoft.com/office/drawing/2014/main" id="{2896CD82-D6A3-3A0B-5BEE-489BF15E90F1}"/>
              </a:ext>
            </a:extLst>
          </p:cNvPr>
          <p:cNvSpPr/>
          <p:nvPr userDrawn="1"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7" name="Image 2" descr="preencoded.png">
            <a:extLst>
              <a:ext uri="{FF2B5EF4-FFF2-40B4-BE49-F238E27FC236}">
                <a16:creationId xmlns:a16="http://schemas.microsoft.com/office/drawing/2014/main" id="{FE4B1F73-561B-DEF0-4566-CD629494726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pic>
        <p:nvPicPr>
          <p:cNvPr id="282" name="Picture 281">
            <a:extLst>
              <a:ext uri="{FF2B5EF4-FFF2-40B4-BE49-F238E27FC236}">
                <a16:creationId xmlns:a16="http://schemas.microsoft.com/office/drawing/2014/main" id="{BD66A30C-A2DE-61B6-8B7B-4CF622680E5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356" y="381305"/>
            <a:ext cx="5745480" cy="46736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e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e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15.png"/><Relationship Id="rId7" Type="http://schemas.openxmlformats.org/officeDocument/2006/relationships/image" Target="../media/image12.png"/><Relationship Id="rId8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14.png"/><Relationship Id="rId7" Type="http://schemas.openxmlformats.org/officeDocument/2006/relationships/image" Target="../media/image12.png"/><Relationship Id="rId8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2.png"/><Relationship Id="rId10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12.png"/><Relationship Id="rId11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26.png"/><Relationship Id="rId10" Type="http://schemas.openxmlformats.org/officeDocument/2006/relationships/image" Target="../media/image12.png"/><Relationship Id="rId11" Type="http://schemas.openxmlformats.org/officeDocument/2006/relationships/image" Target="../media/image6.pn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5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143000"/>
            <a:ext cx="47549" cy="276149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3"/>
          <p:cNvSpPr/>
          <p:nvPr/>
        </p:nvSpPr>
        <p:spPr>
          <a:xfrm>
            <a:off x="9182405" y="1170432"/>
            <a:ext cx="2438705" cy="362102"/>
          </a:xfrm>
          <a:prstGeom prst="roundRect">
            <a:avLst>
              <a:gd name="adj" fmla="val 2658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4"/>
          <p:cNvSpPr/>
          <p:nvPr/>
        </p:nvSpPr>
        <p:spPr>
          <a:xfrm>
            <a:off x="571500" y="1712671"/>
            <a:ext cx="11048695" cy="2171700"/>
          </a:xfrm>
          <a:prstGeom prst="roundRect">
            <a:avLst>
              <a:gd name="adj" fmla="val 2216"/>
            </a:avLst>
          </a:prstGeom>
          <a:solidFill>
            <a:srgbClr val="273383">
              <a:alpha val="3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  <a:effectLst>
            <a:outerShdw blurRad="190500" dist="1016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80644" y="1721815"/>
            <a:ext cx="110459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684325" y="1721815"/>
            <a:ext cx="221010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3889858" y="1721815"/>
            <a:ext cx="441929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8301838" y="1721815"/>
            <a:ext cx="3314700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580644" y="2604211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hape 10"/>
          <p:cNvSpPr/>
          <p:nvPr/>
        </p:nvSpPr>
        <p:spPr>
          <a:xfrm>
            <a:off x="1684325" y="2604211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1"/>
          <p:cNvSpPr/>
          <p:nvPr/>
        </p:nvSpPr>
        <p:spPr>
          <a:xfrm>
            <a:off x="3889858" y="2604211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Shape 12"/>
          <p:cNvSpPr/>
          <p:nvPr/>
        </p:nvSpPr>
        <p:spPr>
          <a:xfrm>
            <a:off x="8301838" y="2604211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Shape 13"/>
          <p:cNvSpPr/>
          <p:nvPr/>
        </p:nvSpPr>
        <p:spPr>
          <a:xfrm>
            <a:off x="580644" y="2606954"/>
            <a:ext cx="11030407" cy="4572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Shape 14"/>
          <p:cNvSpPr/>
          <p:nvPr/>
        </p:nvSpPr>
        <p:spPr>
          <a:xfrm>
            <a:off x="580644" y="3055010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Shape 15"/>
          <p:cNvSpPr/>
          <p:nvPr/>
        </p:nvSpPr>
        <p:spPr>
          <a:xfrm>
            <a:off x="1684325" y="3055010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6"/>
          <p:cNvSpPr/>
          <p:nvPr/>
        </p:nvSpPr>
        <p:spPr>
          <a:xfrm>
            <a:off x="3889858" y="3055010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Shape 17"/>
          <p:cNvSpPr/>
          <p:nvPr/>
        </p:nvSpPr>
        <p:spPr>
          <a:xfrm>
            <a:off x="8301838" y="3055010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Shape 18"/>
          <p:cNvSpPr/>
          <p:nvPr/>
        </p:nvSpPr>
        <p:spPr>
          <a:xfrm>
            <a:off x="580644" y="3510382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Shape 19"/>
          <p:cNvSpPr/>
          <p:nvPr/>
        </p:nvSpPr>
        <p:spPr>
          <a:xfrm>
            <a:off x="1684325" y="3510382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Shape 20"/>
          <p:cNvSpPr/>
          <p:nvPr/>
        </p:nvSpPr>
        <p:spPr>
          <a:xfrm>
            <a:off x="3889858" y="3510382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Shape 21"/>
          <p:cNvSpPr/>
          <p:nvPr/>
        </p:nvSpPr>
        <p:spPr>
          <a:xfrm>
            <a:off x="8301838" y="3510382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Shape 22"/>
          <p:cNvSpPr/>
          <p:nvPr/>
        </p:nvSpPr>
        <p:spPr>
          <a:xfrm>
            <a:off x="580644" y="3517697"/>
            <a:ext cx="11030407" cy="4572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71500" y="4151376"/>
            <a:ext cx="133502" cy="13350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80898" y="4120286"/>
            <a:ext cx="55741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i="1" dirty="0">
                <a:solidFill>
                  <a:srgbClr val="AAAAA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team can have up to 4 members including the team leader. Add rows if necessary.</a:t>
            </a:r>
            <a:endParaRPr lang="en-US" sz="1000" b="1" dirty="0"/>
          </a:p>
        </p:txBody>
      </p:sp>
      <p:sp>
        <p:nvSpPr>
          <p:cNvPr id="30" name="Shape 24"/>
          <p:cNvSpPr/>
          <p:nvPr/>
        </p:nvSpPr>
        <p:spPr>
          <a:xfrm>
            <a:off x="571500" y="4543654"/>
            <a:ext cx="11048695" cy="2029054"/>
          </a:xfrm>
          <a:prstGeom prst="roundRect">
            <a:avLst>
              <a:gd name="adj" fmla="val 253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5"/>
          <p:cNvSpPr/>
          <p:nvPr/>
        </p:nvSpPr>
        <p:spPr>
          <a:xfrm>
            <a:off x="771754" y="5048402"/>
            <a:ext cx="10649102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Shape 26"/>
          <p:cNvSpPr/>
          <p:nvPr/>
        </p:nvSpPr>
        <p:spPr>
          <a:xfrm>
            <a:off x="771754" y="5934456"/>
            <a:ext cx="5229454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27"/>
          <p:cNvSpPr/>
          <p:nvPr/>
        </p:nvSpPr>
        <p:spPr>
          <a:xfrm>
            <a:off x="6191402" y="5934456"/>
            <a:ext cx="5229454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28"/>
          <p:cNvSpPr txBox="1"/>
          <p:nvPr/>
        </p:nvSpPr>
        <p:spPr>
          <a:xfrm>
            <a:off x="761695" y="1086307"/>
            <a:ext cx="205374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Details</a:t>
            </a:r>
            <a:endParaRPr lang="en-US" sz="2100" dirty="0"/>
          </a:p>
        </p:txBody>
      </p:sp>
      <p:sp>
        <p:nvSpPr>
          <p:cNvPr id="35" name="Text 29"/>
          <p:cNvSpPr txBox="1"/>
          <p:nvPr/>
        </p:nvSpPr>
        <p:spPr>
          <a:xfrm>
            <a:off x="8076895" y="1237183"/>
            <a:ext cx="110551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Name:</a:t>
            </a:r>
            <a:endParaRPr lang="en-US" sz="1200" dirty="0"/>
          </a:p>
        </p:txBody>
      </p:sp>
      <p:sp>
        <p:nvSpPr>
          <p:cNvPr id="36" name="Text 30"/>
          <p:cNvSpPr txBox="1"/>
          <p:nvPr/>
        </p:nvSpPr>
        <p:spPr>
          <a:xfrm>
            <a:off x="771754" y="1836115"/>
            <a:ext cx="59893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SR. NO</a:t>
            </a:r>
            <a:endParaRPr lang="en-US" sz="1000" dirty="0"/>
          </a:p>
        </p:txBody>
      </p:sp>
      <p:sp>
        <p:nvSpPr>
          <p:cNvPr id="37" name="Text 31"/>
          <p:cNvSpPr txBox="1"/>
          <p:nvPr/>
        </p:nvSpPr>
        <p:spPr>
          <a:xfrm>
            <a:off x="1874520" y="1836115"/>
            <a:ext cx="465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ROLE</a:t>
            </a:r>
            <a:endParaRPr lang="en-US" sz="1000" dirty="0"/>
          </a:p>
        </p:txBody>
      </p:sp>
      <p:sp>
        <p:nvSpPr>
          <p:cNvPr id="38" name="Text 32"/>
          <p:cNvSpPr txBox="1"/>
          <p:nvPr/>
        </p:nvSpPr>
        <p:spPr>
          <a:xfrm>
            <a:off x="4080053" y="1836115"/>
            <a:ext cx="53218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NAME</a:t>
            </a:r>
            <a:endParaRPr lang="en-US" sz="1000" dirty="0"/>
          </a:p>
        </p:txBody>
      </p:sp>
      <p:sp>
        <p:nvSpPr>
          <p:cNvPr id="39" name="Text 33"/>
          <p:cNvSpPr txBox="1"/>
          <p:nvPr/>
        </p:nvSpPr>
        <p:spPr>
          <a:xfrm>
            <a:off x="8492033" y="1836115"/>
            <a:ext cx="131307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ACADEMIC YEAR</a:t>
            </a:r>
            <a:endParaRPr lang="en-US" sz="1000" dirty="0"/>
          </a:p>
        </p:txBody>
      </p:sp>
      <p:sp>
        <p:nvSpPr>
          <p:cNvPr id="40" name="Text 34"/>
          <p:cNvSpPr txBox="1"/>
          <p:nvPr/>
        </p:nvSpPr>
        <p:spPr>
          <a:xfrm>
            <a:off x="771754" y="2270455"/>
            <a:ext cx="1563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100" dirty="0"/>
          </a:p>
        </p:txBody>
      </p:sp>
      <p:sp>
        <p:nvSpPr>
          <p:cNvPr id="41" name="Text 35"/>
          <p:cNvSpPr txBox="1"/>
          <p:nvPr/>
        </p:nvSpPr>
        <p:spPr>
          <a:xfrm>
            <a:off x="1874520" y="2270455"/>
            <a:ext cx="10707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</a:t>
            </a:r>
            <a:endParaRPr lang="en-US" sz="1100" dirty="0"/>
          </a:p>
        </p:txBody>
      </p:sp>
      <p:sp>
        <p:nvSpPr>
          <p:cNvPr id="42" name="Text 36"/>
          <p:cNvSpPr txBox="1"/>
          <p:nvPr/>
        </p:nvSpPr>
        <p:spPr>
          <a:xfrm>
            <a:off x="771754" y="2725826"/>
            <a:ext cx="19476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/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1874520" y="2725826"/>
            <a:ext cx="80467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/>
            </a:r>
            <a:endParaRPr lang="en-US" sz="1100" dirty="0"/>
          </a:p>
        </p:txBody>
      </p:sp>
      <p:sp>
        <p:nvSpPr>
          <p:cNvPr id="44" name="Text 38"/>
          <p:cNvSpPr txBox="1"/>
          <p:nvPr/>
        </p:nvSpPr>
        <p:spPr>
          <a:xfrm>
            <a:off x="771754" y="3181198"/>
            <a:ext cx="19476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/>
            </a:r>
            <a:endParaRPr lang="en-US" sz="1100" dirty="0"/>
          </a:p>
        </p:txBody>
      </p:sp>
      <p:sp>
        <p:nvSpPr>
          <p:cNvPr id="45" name="Text 39"/>
          <p:cNvSpPr txBox="1"/>
          <p:nvPr/>
        </p:nvSpPr>
        <p:spPr>
          <a:xfrm>
            <a:off x="1874520" y="3181198"/>
            <a:ext cx="8421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/>
            </a:r>
            <a:endParaRPr lang="en-US" sz="1100" dirty="0"/>
          </a:p>
        </p:txBody>
      </p:sp>
      <p:sp>
        <p:nvSpPr>
          <p:cNvPr id="46" name="Text 40"/>
          <p:cNvSpPr txBox="1"/>
          <p:nvPr/>
        </p:nvSpPr>
        <p:spPr>
          <a:xfrm>
            <a:off x="771754" y="3636569"/>
            <a:ext cx="20391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/>
            </a:r>
            <a:endParaRPr lang="en-US" sz="1100" dirty="0"/>
          </a:p>
        </p:txBody>
      </p:sp>
      <p:sp>
        <p:nvSpPr>
          <p:cNvPr id="47" name="Text 41"/>
          <p:cNvSpPr txBox="1"/>
          <p:nvPr/>
        </p:nvSpPr>
        <p:spPr>
          <a:xfrm>
            <a:off x="1874520" y="3636569"/>
            <a:ext cx="8421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/>
            </a:r>
            <a:endParaRPr lang="en-US" sz="1100" dirty="0"/>
          </a:p>
        </p:txBody>
      </p:sp>
      <p:pic>
        <p:nvPicPr>
          <p:cNvPr id="48" name="Image 4" descr="preencoded.png"/>
          <p:cNvPicPr>
            <a:picLocks noChangeAspect="1"/>
          </p:cNvPicPr>
          <p:nvPr/>
        </p:nvPicPr>
        <p:blipFill>
          <a:blip r:embed="rId5"/>
          <a:srcRect l="-2994" r="-2994"/>
          <a:stretch/>
        </p:blipFill>
        <p:spPr>
          <a:xfrm>
            <a:off x="771754" y="4772254"/>
            <a:ext cx="161849" cy="152705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1009498" y="4743907"/>
            <a:ext cx="13432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COLLEGE NAME</a:t>
            </a:r>
            <a:endParaRPr lang="en-US" sz="1200" dirty="0"/>
          </a:p>
        </p:txBody>
      </p:sp>
      <p:pic>
        <p:nvPicPr>
          <p:cNvPr id="50" name="Image 5" descr="preencoded.png"/>
          <p:cNvPicPr>
            <a:picLocks noChangeAspect="1"/>
          </p:cNvPicPr>
          <p:nvPr/>
        </p:nvPicPr>
        <p:blipFill>
          <a:blip r:embed="rId6"/>
          <a:srcRect l="-2994" r="-2994"/>
          <a:stretch/>
        </p:blipFill>
        <p:spPr>
          <a:xfrm>
            <a:off x="771754" y="5658307"/>
            <a:ext cx="161849" cy="152705"/>
          </a:xfrm>
          <a:prstGeom prst="rect">
            <a:avLst/>
          </a:prstGeom>
        </p:spPr>
      </p:pic>
      <p:sp>
        <p:nvSpPr>
          <p:cNvPr id="51" name="Text 43"/>
          <p:cNvSpPr txBox="1"/>
          <p:nvPr/>
        </p:nvSpPr>
        <p:spPr>
          <a:xfrm>
            <a:off x="1009498" y="5629046"/>
            <a:ext cx="277246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 CONTACT NUMBER</a:t>
            </a:r>
            <a:endParaRPr lang="en-US" sz="1200" dirty="0"/>
          </a:p>
        </p:txBody>
      </p:sp>
      <p:pic>
        <p:nvPicPr>
          <p:cNvPr id="52" name="Image 6" descr="preencoded.png"/>
          <p:cNvPicPr>
            <a:picLocks noChangeAspect="1"/>
          </p:cNvPicPr>
          <p:nvPr/>
        </p:nvPicPr>
        <p:blipFill>
          <a:blip r:embed="rId7"/>
          <a:srcRect l="-2994" r="-2994"/>
          <a:stretch/>
        </p:blipFill>
        <p:spPr>
          <a:xfrm>
            <a:off x="6191402" y="5658307"/>
            <a:ext cx="161849" cy="152705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6429146" y="5629046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 EMAIL ADDRESS</a:t>
            </a:r>
            <a:endParaRPr lang="en-US" sz="1200" dirty="0"/>
          </a:p>
        </p:txBody>
      </p:sp>
      <p:sp>
        <p:nvSpPr>
          <p:cNvPr id="54" name="Text 45"/>
          <p:cNvSpPr txBox="1"/>
          <p:nvPr/>
        </p:nvSpPr>
        <p:spPr>
          <a:xfrm>
            <a:off x="9344254" y="1256386"/>
            <a:ext cx="17199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perceptron</a:t>
            </a:r>
            <a:endParaRPr lang="en-US" sz="1000" dirty="0"/>
          </a:p>
        </p:txBody>
      </p:sp>
      <p:sp>
        <p:nvSpPr>
          <p:cNvPr id="55" name="Text 46"/>
          <p:cNvSpPr txBox="1"/>
          <p:nvPr/>
        </p:nvSpPr>
        <p:spPr>
          <a:xfrm>
            <a:off x="4080053" y="2270455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Aman Kumar Maurya</a:t>
            </a:r>
            <a:endParaRPr lang="en-US" sz="1100" dirty="0"/>
          </a:p>
        </p:txBody>
      </p:sp>
      <p:sp>
        <p:nvSpPr>
          <p:cNvPr id="56" name="Text 47"/>
          <p:cNvSpPr txBox="1"/>
          <p:nvPr/>
        </p:nvSpPr>
        <p:spPr>
          <a:xfrm>
            <a:off x="8492033" y="2270455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4th Year</a:t>
            </a:r>
            <a:endParaRPr lang="en-US" sz="1100" dirty="0"/>
          </a:p>
        </p:txBody>
      </p:sp>
      <p:sp>
        <p:nvSpPr>
          <p:cNvPr id="57" name="Text 48"/>
          <p:cNvSpPr txBox="1"/>
          <p:nvPr/>
        </p:nvSpPr>
        <p:spPr>
          <a:xfrm>
            <a:off x="4080053" y="2725826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/>
            </a:r>
            <a:endParaRPr lang="en-US" sz="1100" dirty="0"/>
          </a:p>
        </p:txBody>
      </p:sp>
      <p:sp>
        <p:nvSpPr>
          <p:cNvPr id="58" name="Text 49"/>
          <p:cNvSpPr txBox="1"/>
          <p:nvPr/>
        </p:nvSpPr>
        <p:spPr>
          <a:xfrm>
            <a:off x="8492033" y="2725826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/>
            </a:r>
            <a:endParaRPr lang="en-US" sz="1100" dirty="0"/>
          </a:p>
        </p:txBody>
      </p:sp>
      <p:sp>
        <p:nvSpPr>
          <p:cNvPr id="59" name="Text 50"/>
          <p:cNvSpPr txBox="1"/>
          <p:nvPr/>
        </p:nvSpPr>
        <p:spPr>
          <a:xfrm>
            <a:off x="4080053" y="3181198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/>
            </a:r>
            <a:endParaRPr lang="en-US" sz="1100" dirty="0"/>
          </a:p>
        </p:txBody>
      </p:sp>
      <p:sp>
        <p:nvSpPr>
          <p:cNvPr id="60" name="Text 51"/>
          <p:cNvSpPr txBox="1"/>
          <p:nvPr/>
        </p:nvSpPr>
        <p:spPr>
          <a:xfrm>
            <a:off x="8492033" y="3181198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/>
            </a:r>
            <a:endParaRPr lang="en-US" sz="1100" dirty="0"/>
          </a:p>
        </p:txBody>
      </p:sp>
      <p:sp>
        <p:nvSpPr>
          <p:cNvPr id="61" name="Text 52"/>
          <p:cNvSpPr txBox="1"/>
          <p:nvPr/>
        </p:nvSpPr>
        <p:spPr>
          <a:xfrm>
            <a:off x="4080053" y="3636569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/>
            </a:r>
            <a:endParaRPr lang="en-US" sz="1100" dirty="0"/>
          </a:p>
        </p:txBody>
      </p:sp>
      <p:sp>
        <p:nvSpPr>
          <p:cNvPr id="62" name="Text 53"/>
          <p:cNvSpPr txBox="1"/>
          <p:nvPr/>
        </p:nvSpPr>
        <p:spPr>
          <a:xfrm>
            <a:off x="8492033" y="3636569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/>
            </a:r>
            <a:endParaRPr lang="en-US" sz="1100" dirty="0"/>
          </a:p>
        </p:txBody>
      </p:sp>
      <p:sp>
        <p:nvSpPr>
          <p:cNvPr id="63" name="Text 54"/>
          <p:cNvSpPr txBox="1"/>
          <p:nvPr/>
        </p:nvSpPr>
        <p:spPr>
          <a:xfrm>
            <a:off x="923544" y="5152644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Indian Institute of Technology Madras</a:t>
            </a:r>
            <a:endParaRPr lang="en-US" sz="1200" dirty="0"/>
          </a:p>
        </p:txBody>
      </p:sp>
      <p:sp>
        <p:nvSpPr>
          <p:cNvPr id="64" name="Text 55"/>
          <p:cNvSpPr txBox="1"/>
          <p:nvPr/>
        </p:nvSpPr>
        <p:spPr>
          <a:xfrm>
            <a:off x="923544" y="6038698"/>
            <a:ext cx="15343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+91 83183 54205</a:t>
            </a:r>
            <a:endParaRPr lang="en-US" sz="1200" dirty="0"/>
          </a:p>
        </p:txBody>
      </p:sp>
      <p:sp>
        <p:nvSpPr>
          <p:cNvPr id="65" name="Text 56"/>
          <p:cNvSpPr txBox="1"/>
          <p:nvPr/>
        </p:nvSpPr>
        <p:spPr>
          <a:xfrm>
            <a:off x="6344107" y="6038698"/>
            <a:ext cx="18864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23f2001033@ds.study.iitm.ac.in</a:t>
            </a:r>
            <a:endParaRPr lang="en-US" sz="1200" dirty="0"/>
          </a:p>
        </p:txBody>
      </p:sp>
      <p:sp>
        <p:nvSpPr>
          <p:cNvPr id="70" name="Shape 1">
            <a:extLst>
              <a:ext uri="{FF2B5EF4-FFF2-40B4-BE49-F238E27FC236}">
                <a16:creationId xmlns:a16="http://schemas.microsoft.com/office/drawing/2014/main" id="{780937B3-EB04-4CBA-C636-AF115BC1E358}"/>
              </a:ext>
            </a:extLst>
          </p:cNvPr>
          <p:cNvSpPr/>
          <p:nvPr/>
        </p:nvSpPr>
        <p:spPr>
          <a:xfrm>
            <a:off x="562356" y="13807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67FE6B-8CE4-2744-DE3C-E456350E62E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4957" y="27370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5547665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Problem Statement Addressed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33856" y="25831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62773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AI-Based Restoration of Degraded Images for Semiconductor Inspection (KLA)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768242"/>
            <a:ext cx="10267798" cy="1276502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006901"/>
            <a:ext cx="16907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DESCRIPTION / DETAILS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283050"/>
            <a:ext cx="8968435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Inspection images arrive degraded by speckle noise, additive Gaussian noise and downsampling, applied in an undisclosed order. Input is half resolution and noisy; the output must be clean at full ground-truth resolution.</a:t>
            </a:r>
            <a:endParaRPr lang="en-US" sz="1300" dirty="0"/>
          </a:p>
          <a:p>
            <a:pPr marL="0" indent="0" algn="l"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Lost detail reduces the reliability of every downstream measurement and defect-detection step. Doing nothing (bicubic upsampling) scores 22.94 dB PSNR, and the hidden test set includes out-of-distribution content, so the model must generalise beyond the training images.</a:t>
            </a:r>
            <a:endParaRPr lang="en-US" sz="13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E9F13985-00B4-3FE2-69FB-BA5F884201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2164" y="22865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id="{8B3789FB-4EC6-29BB-8AB4-B514BCE88A9C}"/>
              </a:ext>
            </a:extLst>
          </p:cNvPr>
          <p:cNvSpPr/>
          <p:nvPr/>
        </p:nvSpPr>
        <p:spPr>
          <a:xfrm>
            <a:off x="571500" y="26629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A5626A-1768-0BB6-2B3B-C29607998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449" y="416814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10296144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Proposed Solution -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Describe your Idea/Solution</a:t>
            </a:r>
            <a:r>
              <a:rPr lang="en-US" sz="2400" b="1" u="sng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Prototype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80" r="-80"/>
          <a:stretch/>
        </p:blipFill>
        <p:spPr>
          <a:xfrm>
            <a:off x="1104595" y="2583180"/>
            <a:ext cx="2862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172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Idea and methodology: recover the degradation model from the data, then invert it with a single efficient network.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4134002"/>
            <a:ext cx="10267798" cy="1276502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372661"/>
            <a:ext cx="13670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SOLUTION DETAILS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648810"/>
            <a:ext cx="8996782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CONCEPT  -  Restoration is an inverse problem, so we first recovered the forward model by fitting the residual across all 3200 provided pairs: 2x2 area downsampling, noise applied after downsampling, and multiplicative Gamma speckle (measured skew +0.357 vs Gamma's predicted +0.333).</a:t>
            </a:r>
            <a:endParaRPr lang="en-US" sz="1300" dirty="0"/>
          </a:p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SOLUTION  -  A NAFNet-style network, 16 blocks running at LOW resolution with a single PixelShuffle x2 upsample, doing joint denoising and super-resolution in one forward pass. 0.68 M parameters, no BatchNorm, fully convolutional so the same weights serve 128-&gt;256 and 256-&gt;512.</a:t>
            </a:r>
            <a:endParaRPr lang="en-US" sz="1300" dirty="0"/>
          </a:p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TRAINING  -  50% real pairs, 50% synthetic pairs generated from the measured distribution with randomised kernel and degradation order. Loss = Charbonnier + 0.15 x (1 - SSIM), plus LPIPS for the final 10% of steps.</a:t>
            </a:r>
            <a:endParaRPr lang="en-US" sz="13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67D8EB9-0510-8E20-AE50-3B9EC870468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id="{50164B49-38DE-6195-0A8B-DC6EC6DA2457}"/>
              </a:ext>
            </a:extLst>
          </p:cNvPr>
          <p:cNvSpPr/>
          <p:nvPr/>
        </p:nvSpPr>
        <p:spPr>
          <a:xfrm>
            <a:off x="571500" y="142799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8A68BD0-3127-AC0B-80B4-CA2643B37A2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6553" y="27666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498622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Innovation and Uniqueness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1162202" y="2583180"/>
            <a:ext cx="1719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98014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Highlight what makes your idea unique or innovative compared to existing solutions.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845052"/>
            <a:ext cx="5020056" cy="1429207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082796"/>
            <a:ext cx="12719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INNOVATION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349801"/>
            <a:ext cx="442935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 measured the degradation instead of guessing it. Most entrants feed the provided pairs to a network; we recovered the forward model first.</a:t>
            </a:r>
            <a:endParaRPr lang="en-US" sz="1200" dirty="0"/>
          </a:p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residual's skew identifies the noise FAMILY: multiplicative Gaussian is symmetric, Gamma is not. Measured +0.357 against a predicted +0.333 pins it.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6210605" y="3845052"/>
            <a:ext cx="5020056" cy="1429207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5"/>
          <p:cNvSpPr txBox="1"/>
          <p:nvPr/>
        </p:nvSpPr>
        <p:spPr>
          <a:xfrm>
            <a:off x="6448349" y="4082796"/>
            <a:ext cx="19010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COMPETITIVE ADVANTAGE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6448349" y="4349801"/>
            <a:ext cx="423915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Synthetic pairs sampled from empirical quantile tables match reality; a first version using assumed ranges was 50% noisier and would have taught the model to over-smooth.</a:t>
            </a:r>
            <a:endParaRPr lang="en-US" sz="1200" dirty="0"/>
          </a:p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Leakage-aware validation: samples are ordered by source image, so we hold out 10 evenly-spaced contiguous blocks rather than a random split.</a:t>
            </a:r>
            <a:endParaRPr lang="en-US" sz="1200" dirty="0"/>
          </a:p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Deliberately no GAN - the brief requires restoration without hallucinating structure, and invented detail is harmful in a measurement context.</a:t>
            </a:r>
            <a:endParaRPr lang="en-US" sz="12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8B85B4A-4413-5424-84AE-2AF429F27F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8322" y="228650"/>
            <a:ext cx="1607366" cy="783591"/>
          </a:xfrm>
          <a:prstGeom prst="rect">
            <a:avLst/>
          </a:prstGeom>
        </p:spPr>
      </p:pic>
      <p:sp>
        <p:nvSpPr>
          <p:cNvPr id="25" name="Shape 1">
            <a:extLst>
              <a:ext uri="{FF2B5EF4-FFF2-40B4-BE49-F238E27FC236}">
                <a16:creationId xmlns:a16="http://schemas.microsoft.com/office/drawing/2014/main" id="{BB3A3471-21A6-8A80-8399-32E98C63F186}"/>
              </a:ext>
            </a:extLst>
          </p:cNvPr>
          <p:cNvSpPr/>
          <p:nvPr/>
        </p:nvSpPr>
        <p:spPr>
          <a:xfrm>
            <a:off x="571500" y="258065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ADA517E-8996-A444-E540-A2F9B8F98D2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0929" y="393700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372892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Impact and Benefits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33856" y="25831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2394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Explain how your solution will make an impact, such as improving </a:t>
            </a:r>
            <a:r>
              <a:rPr lang="en-US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performance</a:t>
            </a: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reducing costs, increasing efficiency, or solving other challenges.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4210812"/>
            <a:ext cx="5020056" cy="1200607"/>
          </a:xfrm>
          <a:prstGeom prst="roundRect">
            <a:avLst>
              <a:gd name="adj" fmla="val 4836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200607" y="4486961"/>
            <a:ext cx="152705" cy="152705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466698" y="4448556"/>
            <a:ext cx="132405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Primary Impact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200607" y="4791456"/>
            <a:ext cx="414863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Recovers detail lost to downsampling without inventing structure, which is what a precision-measurement pipeline requires.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Improves all three scored axes at once - perceptual metrics often move against PSNR, and here they do not.</a:t>
            </a:r>
            <a:endParaRPr lang="en-US" sz="1000" dirty="0"/>
          </a:p>
        </p:txBody>
      </p:sp>
      <p:sp>
        <p:nvSpPr>
          <p:cNvPr id="21" name="Shape 14"/>
          <p:cNvSpPr/>
          <p:nvPr/>
        </p:nvSpPr>
        <p:spPr>
          <a:xfrm>
            <a:off x="6210605" y="4210812"/>
            <a:ext cx="5020056" cy="1200607"/>
          </a:xfrm>
          <a:prstGeom prst="roundRect">
            <a:avLst>
              <a:gd name="adj" fmla="val 4836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8"/>
          <a:srcRect l="-33" r="-33"/>
          <a:stretch/>
        </p:blipFill>
        <p:spPr>
          <a:xfrm>
            <a:off x="6448349" y="4486961"/>
            <a:ext cx="171907" cy="152705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6734556" y="4448556"/>
            <a:ext cx="19248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Quantifiable Outcomes</a:t>
            </a:r>
            <a:endParaRPr lang="en-US" sz="1200" dirty="0"/>
          </a:p>
        </p:txBody>
      </p:sp>
      <p:sp>
        <p:nvSpPr>
          <p:cNvPr id="24" name="Text 16"/>
          <p:cNvSpPr txBox="1"/>
          <p:nvPr/>
        </p:nvSpPr>
        <p:spPr>
          <a:xfrm>
            <a:off x="6448349" y="4791456"/>
            <a:ext cx="398678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PSNR  27.54 dB  vs  22.94 dB bicubic   (+4.60 dB)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SSIM  0.7594  vs  0.5460   (+39%)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LPIPS  0.3922  vs  0.4478  (lower is better)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Inference  21.7 ms/image  (46 img/s on an NVIDIA T4)</a:t>
            </a:r>
            <a:endParaRPr lang="en-US" sz="10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2A87E08-9934-FBF2-2F29-11A8271B362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06922" y="227710"/>
            <a:ext cx="1607366" cy="783591"/>
          </a:xfrm>
          <a:prstGeom prst="rect">
            <a:avLst/>
          </a:prstGeom>
        </p:spPr>
      </p:pic>
      <p:sp>
        <p:nvSpPr>
          <p:cNvPr id="27" name="Shape 1">
            <a:extLst>
              <a:ext uri="{FF2B5EF4-FFF2-40B4-BE49-F238E27FC236}">
                <a16:creationId xmlns:a16="http://schemas.microsoft.com/office/drawing/2014/main" id="{850BA2BE-D607-619F-6960-A71277019D3B}"/>
              </a:ext>
            </a:extLst>
          </p:cNvPr>
          <p:cNvSpPr/>
          <p:nvPr/>
        </p:nvSpPr>
        <p:spPr>
          <a:xfrm>
            <a:off x="571500" y="209602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5D3E59C-FE74-F0BE-9B10-98C8003398B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8859" y="32938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238098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00607"/>
            <a:ext cx="782452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Technology &amp; Feasibility/Methodology Used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1879092"/>
            <a:ext cx="11048695" cy="4695444"/>
          </a:xfrm>
          <a:prstGeom prst="roundRect">
            <a:avLst>
              <a:gd name="adj" fmla="val 63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1879092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1879092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269541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33856" y="2440534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762049" y="2287829"/>
            <a:ext cx="93442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AEFF82">
                    <a:alpha val="9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Technical stack, feasibility, and the research the approach rests on.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1762049" y="3238805"/>
            <a:ext cx="9467698" cy="1276502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2000707" y="3477463"/>
            <a:ext cx="20336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IMPLEMENTATION STRATEGY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2000707" y="3753612"/>
            <a:ext cx="8748979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STACK  -  PyTorch 2.x / Python 3.11. NAFNet-style CNN, 0.68 M parameters, trained from scratch on a single NVIDIA T4 within one free Kaggle session. Inference imports only torch and numpy: no internet, API keys, downloads or manual configuration.</a:t>
            </a:r>
            <a:endParaRPr lang="en-US" sz="1300" dirty="0"/>
          </a:p>
          <a:p>
            <a:pPr marL="0" indent="0" algn="l">
              <a:buNone/>
            </a:pPr>
            <a:r>
              <a:rPr lang="en-US" sz="9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 -  python run.py &lt;input-dir&gt; &lt;output-dir&gt;. Weights auto-load from models/, the output directory is created if absent, outputs are clamped to [0,1] with no NaN/Inf. Verified end-to-end from a fresh public clone.</a:t>
            </a:r>
            <a:endParaRPr lang="en-US" sz="1300" dirty="0"/>
          </a:p>
          <a:p>
            <a:pPr marL="0" indent="0" algn="l">
              <a:buNone/>
            </a:pPr>
            <a:r>
              <a:rPr lang="en-US" sz="9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HYGIENE  -  Seeds fixed, config-driven, every validation logs metrics plus git hash; a pre-flight gate blocks a broken run before it wastes GPU hours.</a:t>
            </a:r>
            <a:endParaRPr lang="en-US" sz="1300" dirty="0"/>
          </a:p>
          <a:p>
            <a:pPr marL="0" indent="0" algn="l">
              <a:buNone/>
            </a:pPr>
            <a:r>
              <a:rPr lang="en-US" sz="9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REFERENCES  -  NAFNet (Chen 2022); Real-ESRGAN degradation modelling (Wang 2021); PixelShuffle (Shi 2016); SSIM (Wang 2004); LPIPS (Zhang 2018). No external datasets or pretrained restoration weights; lpips (BSD-2) supplies the perceptual metric only.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961949" y="5252314"/>
            <a:ext cx="3295498" cy="933602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t="-45" b="-45"/>
          <a:stretch/>
        </p:blipFill>
        <p:spPr>
          <a:xfrm>
            <a:off x="2481682" y="5451653"/>
            <a:ext cx="256946" cy="2286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861718" y="5823814"/>
            <a:ext cx="1608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Restoration network</a:t>
            </a:r>
            <a:endParaRPr lang="en-US" sz="1000" dirty="0"/>
          </a:p>
        </p:txBody>
      </p:sp>
      <p:sp>
        <p:nvSpPr>
          <p:cNvPr id="23" name="Shape 16"/>
          <p:cNvSpPr/>
          <p:nvPr/>
        </p:nvSpPr>
        <p:spPr>
          <a:xfrm>
            <a:off x="4448556" y="5252314"/>
            <a:ext cx="3295498" cy="933602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5982005" y="5451653"/>
            <a:ext cx="228600" cy="2286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5287061" y="5823814"/>
            <a:ext cx="17227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NVIDIA GPU (T4 / H100)</a:t>
            </a:r>
            <a:endParaRPr lang="en-US" sz="1000" dirty="0"/>
          </a:p>
        </p:txBody>
      </p:sp>
      <p:sp>
        <p:nvSpPr>
          <p:cNvPr id="26" name="Shape 18"/>
          <p:cNvSpPr/>
          <p:nvPr/>
        </p:nvSpPr>
        <p:spPr>
          <a:xfrm>
            <a:off x="7934249" y="5252314"/>
            <a:ext cx="3295498" cy="933602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9467698" y="5451653"/>
            <a:ext cx="228600" cy="22860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8919058" y="5823814"/>
            <a:ext cx="143652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PyTorch, NumPy</a:t>
            </a:r>
            <a:endParaRPr lang="en-US" sz="100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DA9CA506-8684-B4DC-6650-2E5F61A7B03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44743" y="228600"/>
            <a:ext cx="1607366" cy="783591"/>
          </a:xfrm>
          <a:prstGeom prst="rect">
            <a:avLst/>
          </a:prstGeom>
        </p:spPr>
      </p:pic>
      <p:sp>
        <p:nvSpPr>
          <p:cNvPr id="31" name="Shape 1">
            <a:extLst>
              <a:ext uri="{FF2B5EF4-FFF2-40B4-BE49-F238E27FC236}">
                <a16:creationId xmlns:a16="http://schemas.microsoft.com/office/drawing/2014/main" id="{10B6379C-1BCE-6784-4600-934501FC5F97}"/>
              </a:ext>
            </a:extLst>
          </p:cNvPr>
          <p:cNvSpPr/>
          <p:nvPr/>
        </p:nvSpPr>
        <p:spPr>
          <a:xfrm>
            <a:off x="571500" y="240793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0D18A824-BCDE-0A33-4245-E3C168F9E6D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378206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3604565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&amp; Video Link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1190549" y="2696566"/>
            <a:ext cx="9810598" cy="1447495"/>
          </a:xfrm>
          <a:prstGeom prst="roundRect">
            <a:avLst>
              <a:gd name="adj" fmla="val 4987"/>
            </a:avLst>
          </a:prstGeom>
          <a:noFill/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0"/>
          <p:cNvSpPr/>
          <p:nvPr/>
        </p:nvSpPr>
        <p:spPr>
          <a:xfrm>
            <a:off x="1429207" y="3087014"/>
            <a:ext cx="666598" cy="666598"/>
          </a:xfrm>
          <a:prstGeom prst="ellipse">
            <a:avLst/>
          </a:prstGeom>
          <a:solidFill>
            <a:srgbClr val="273383">
              <a:alpha val="60000"/>
            </a:srgbClr>
          </a:solidFill>
          <a:ln w="25400">
            <a:solidFill>
              <a:srgbClr val="AEFF82"/>
            </a:solidFill>
            <a:prstDash val="solid"/>
          </a:ln>
          <a:effectLst>
            <a:outerShdw blurRad="139700" dist="12700" dir="16200000" algn="bl" rotWithShape="0">
              <a:srgbClr val="88E555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rcRect l="-237" r="-237"/>
          <a:stretch/>
        </p:blipFill>
        <p:spPr>
          <a:xfrm>
            <a:off x="1595628" y="3248863"/>
            <a:ext cx="333756" cy="3429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2400300" y="2934310"/>
            <a:ext cx="20007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Repository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2400300" y="3315614"/>
            <a:ext cx="83631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rcRect t="-180" b="-180"/>
          <a:stretch/>
        </p:blipFill>
        <p:spPr>
          <a:xfrm>
            <a:off x="2562149" y="3535070"/>
            <a:ext cx="190195" cy="152705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2866644" y="3487522"/>
            <a:ext cx="389168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https://github.com/23f2001033/kla-restore</a:t>
            </a:r>
            <a:endParaRPr lang="en-US" sz="1300" dirty="0"/>
          </a:p>
        </p:txBody>
      </p:sp>
      <p:sp>
        <p:nvSpPr>
          <p:cNvPr id="21" name="Shape 14"/>
          <p:cNvSpPr/>
          <p:nvPr/>
        </p:nvSpPr>
        <p:spPr>
          <a:xfrm>
            <a:off x="1190549" y="4449470"/>
            <a:ext cx="9810598" cy="1447495"/>
          </a:xfrm>
          <a:prstGeom prst="roundRect">
            <a:avLst>
              <a:gd name="adj" fmla="val 4987"/>
            </a:avLst>
          </a:prstGeom>
          <a:noFill/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15"/>
          <p:cNvSpPr/>
          <p:nvPr/>
        </p:nvSpPr>
        <p:spPr>
          <a:xfrm>
            <a:off x="1429207" y="4839919"/>
            <a:ext cx="666598" cy="666598"/>
          </a:xfrm>
          <a:prstGeom prst="ellipse">
            <a:avLst/>
          </a:prstGeom>
          <a:solidFill>
            <a:srgbClr val="273383">
              <a:alpha val="60000"/>
            </a:srgbClr>
          </a:solidFill>
          <a:ln w="25400">
            <a:solidFill>
              <a:srgbClr val="AEFF82"/>
            </a:solidFill>
            <a:prstDash val="solid"/>
          </a:ln>
          <a:effectLst>
            <a:outerShdw blurRad="139700" dist="12700" dir="16200000" algn="bl" rotWithShape="0">
              <a:srgbClr val="88E555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rcRect l="-607" r="-607"/>
          <a:stretch/>
        </p:blipFill>
        <p:spPr>
          <a:xfrm>
            <a:off x="1567282" y="5001768"/>
            <a:ext cx="390449" cy="3429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2400300" y="4687214"/>
            <a:ext cx="30861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Prototype / Simulation Video</a:t>
            </a:r>
            <a:endParaRPr lang="en-US" sz="1500" dirty="0"/>
          </a:p>
        </p:txBody>
      </p:sp>
      <p:sp>
        <p:nvSpPr>
          <p:cNvPr id="25" name="Shape 17"/>
          <p:cNvSpPr/>
          <p:nvPr/>
        </p:nvSpPr>
        <p:spPr>
          <a:xfrm>
            <a:off x="2400300" y="5068519"/>
            <a:ext cx="83631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9"/>
          <a:srcRect l="-33" r="-33"/>
          <a:stretch/>
        </p:blipFill>
        <p:spPr>
          <a:xfrm>
            <a:off x="2562149" y="5287061"/>
            <a:ext cx="171907" cy="152705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2848356" y="5239512"/>
            <a:ext cx="6053328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Working solution is reproducible directly from the repository: python run.py &lt;input-dir&gt; &lt;output-dir&gt;</a:t>
            </a:r>
            <a:endParaRPr lang="en-US" sz="130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DAC5205F-3589-4B54-7039-C1C70523478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30" name="Shape 1">
            <a:extLst>
              <a:ext uri="{FF2B5EF4-FFF2-40B4-BE49-F238E27FC236}">
                <a16:creationId xmlns:a16="http://schemas.microsoft.com/office/drawing/2014/main" id="{89A93441-4E5C-0FCA-6BDD-16AB2E1B711C}"/>
              </a:ext>
            </a:extLst>
          </p:cNvPr>
          <p:cNvSpPr/>
          <p:nvPr/>
        </p:nvSpPr>
        <p:spPr>
          <a:xfrm>
            <a:off x="571500" y="16794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73E0C32B-9271-FA34-86BB-7D95EB5AB34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297181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</TotalTime>
  <Words>735</Words>
  <Application>Microsoft Office PowerPoint</Application>
  <PresentationFormat>Widescreen</PresentationFormat>
  <Paragraphs>99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Poppins</vt:lpstr>
      <vt:lpstr>ui-monospace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Inter Institutional Inclusive  Innovations Center</cp:lastModifiedBy>
  <cp:revision>2</cp:revision>
  <dcterms:created xsi:type="dcterms:W3CDTF">2026-01-15T05:38:47Z</dcterms:created>
  <dcterms:modified xsi:type="dcterms:W3CDTF">2026-07-24T04:52:04Z</dcterms:modified>
</cp:coreProperties>
</file>