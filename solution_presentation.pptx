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74519"/>
            <a:ext cx="8778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Cambria"/>
              </a:rPr>
              <a:t>Restoring Degraded</a:t>
            </a:r>
          </a:p>
          <a:p>
            <a:pPr>
              <a:spcAft>
                <a:spcPts val="1000"/>
              </a:spcAft>
            </a:pPr>
            <a:r>
              <a:rPr sz="4200" b="1" i="0">
                <a:solidFill>
                  <a:srgbClr val="00B4D8"/>
                </a:solidFill>
                <a:latin typeface="Cambria"/>
              </a:rPr>
              <a:t>Inspection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11880"/>
            <a:ext cx="8961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9D6E0"/>
                </a:solidFill>
                <a:latin typeface="Calibri"/>
              </a:rPr>
              <a:t>Joint speckle/Gaussian denoising and 2x super-resolution, built on a degradation model recovered from the data itself.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401568"/>
            <a:ext cx="1371600" cy="411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KLA Problem Statement  |  SEMICON India Hackathon 2026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5A6B7A"/>
                </a:solidFill>
                <a:latin typeface="Calibri"/>
              </a:rPr>
              <a:t>Team submission  ·  github.com/23f2001033/kla-restore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The restoration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Three degradations, applied in an undisclosed order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900"/>
              </a:spcAft>
            </a:pPr>
            <a:r>
              <a:rPr sz="1500" b="1" i="0">
                <a:solidFill>
                  <a:srgbClr val="1A2733"/>
                </a:solidFill>
                <a:latin typeface="Cambria"/>
              </a:rPr>
              <a:t>What we are given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3200 paired samples: clean GT and its degraded counterpart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GT 256×256 float32 in [0,1]; NoisyLR 128×128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Degradations: speckle noise, additive Gaussian noise, downsampling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Order undisclosed — the model must not depend on knowing it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NoisyLR deliberately exceeds [0,1] (observed [-0.28, 2.16])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691640"/>
            <a:ext cx="51206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900"/>
              </a:spcAft>
            </a:pPr>
            <a:r>
              <a:rPr sz="1500" b="1" i="0">
                <a:solidFill>
                  <a:srgbClr val="1A2733"/>
                </a:solidFill>
                <a:latin typeface="Cambria"/>
              </a:rPr>
              <a:t>What is scored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Restoration quality: PSNR, SSIM and LPIPS on hidden ground truth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End-to-end throughput on an NVIDIA H100 — including script startup, disk I/O and pre/post-processing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Training and compute hygiene: reproducibility, clean experiments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Hidden test set spans in-distribution and out-of-distribution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83480"/>
            <a:ext cx="27432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FFB703"/>
                </a:solidFill>
                <a:latin typeface="Cambria"/>
              </a:rPr>
              <a:t>23.18 dB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bicubic upsample of NoisyLR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the do-nothing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498348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5A6B7A"/>
                </a:solidFill>
                <a:latin typeface="Cambria"/>
              </a:rPr>
              <a:t>32.25 dB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perfect denoise + bicubic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interpolation-only ceiling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983480"/>
            <a:ext cx="40233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00B4D8"/>
                </a:solidFill>
                <a:latin typeface="Cambria"/>
              </a:rPr>
              <a:t>&gt; 32.25 dB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target for a model that truly learns SR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must beat interpolation, not match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Baselines measured on the held-out split; reproduce with python analyze_degradation.py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We recovered the degradation model from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Rather than guessing at it — every number below is reproducible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10911535" cy="384048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833372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1833372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3328" y="1833372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67128"/>
            <a:ext cx="10911535" cy="384048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2217420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Downsampling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2217420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2×2 area (box) average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2217420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residual std 0.0910 vs 0.0924 bicubic, 0.1006 nearest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01468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Noise placement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601468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applied after downsampling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2601468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residual is spatially white (lag-1 autocorr −0.05)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935224"/>
            <a:ext cx="10911535" cy="384048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" y="2985516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Speckle family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8" y="2985516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multiplicative Gamma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985516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skew of r/d = +0.357 vs Gamma's predicted 2/√36 = +0.333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369564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Speckle strength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2928" y="3369564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L: p5 22, median 36, p95 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3328" y="3369564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per-image fit of var(r) = d²/L + σ²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703320"/>
            <a:ext cx="10911535" cy="384048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49808" y="3753611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Gaussian strength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2928" y="3753611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σ: median 0.021, p95 0.073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8" y="3753611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21.3% of images below 0.005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069080"/>
            <a:ext cx="10908792" cy="1417320"/>
          </a:xfrm>
          <a:prstGeom prst="roundRect">
            <a:avLst>
              <a:gd name="adj" fmla="val 6000"/>
            </a:avLst>
          </a:prstGeom>
          <a:solidFill>
            <a:srgbClr val="E8F7FB"/>
          </a:solidFill>
          <a:ln w="9525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1A2733"/>
                </a:solidFill>
                <a:latin typeface="Cambria"/>
              </a:rPr>
              <a:t>Why this mattered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Multiplicative Gaussian speckle would be symmetric; the measured +0.357 skew is what pins the family to Gamma. Fixing the forward model is what let us generate synthetic pairs that match the real distribution instead of a plausible-looking guess — the first attempt was 50% too noisy (residual std 0.137 vs 0.091) and would have biased the model toward over-smoothing.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Full derivation in results/degradation_analysis.md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End-to-end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One model, one forward pass, no staging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25786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01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1A2733"/>
                </a:solidFill>
                <a:latin typeface="Cambria"/>
              </a:rPr>
              <a:t>Pack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6400 .npy files → two contiguous memmaps</a:t>
            </a:r>
          </a:p>
          <a:p>
            <a:pPr>
              <a:spcAft>
                <a:spcPts val="0"/>
              </a:spcAft>
            </a:pPr>
            <a:r>
              <a:rPr sz="1000" b="0" i="1">
                <a:solidFill>
                  <a:srgbClr val="5A6B7A"/>
                </a:solidFill>
                <a:latin typeface="Calibri"/>
              </a:rPr>
              <a:t>removes per-file I/O from every epoch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55263" y="2770632"/>
            <a:ext cx="256032" cy="329184"/>
          </a:xfrm>
          <a:prstGeom prst="rightArrow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3547872" y="1965960"/>
            <a:ext cx="25786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02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1A2733"/>
                </a:solidFill>
                <a:latin typeface="Cambria"/>
              </a:rPr>
              <a:t>Degrade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50% real pairs / 50% synthetic</a:t>
            </a:r>
          </a:p>
          <a:p>
            <a:pPr>
              <a:spcAft>
                <a:spcPts val="0"/>
              </a:spcAft>
            </a:pPr>
            <a:r>
              <a:rPr sz="1000" b="0" i="1">
                <a:solidFill>
                  <a:srgbClr val="5A6B7A"/>
                </a:solidFill>
                <a:latin typeface="Calibri"/>
              </a:rPr>
              <a:t>randomised kernel, order, L and σ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163055" y="2770632"/>
            <a:ext cx="256032" cy="329184"/>
          </a:xfrm>
          <a:prstGeom prst="rightArrow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455664" y="1965960"/>
            <a:ext cx="25786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03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1A2733"/>
                </a:solidFill>
                <a:latin typeface="Cambria"/>
              </a:rPr>
              <a:t>Train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NAF body at LR res + PixelShuffle ×2</a:t>
            </a:r>
          </a:p>
          <a:p>
            <a:pPr>
              <a:spcAft>
                <a:spcPts val="0"/>
              </a:spcAft>
            </a:pPr>
            <a:r>
              <a:rPr sz="1000" b="0" i="1">
                <a:solidFill>
                  <a:srgbClr val="5A6B7A"/>
                </a:solidFill>
                <a:latin typeface="Calibri"/>
              </a:rPr>
              <a:t>Charbonnier + SSIM (+LPIPS fine-tune)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070847" y="2770632"/>
            <a:ext cx="256032" cy="329184"/>
          </a:xfrm>
          <a:prstGeom prst="rightArrow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363455" y="1965960"/>
            <a:ext cx="25786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04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1A2733"/>
                </a:solidFill>
                <a:latin typeface="Cambria"/>
              </a:rPr>
              <a:t>Infer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batched, fp16, threaded I/O</a:t>
            </a:r>
          </a:p>
          <a:p>
            <a:pPr>
              <a:spcAft>
                <a:spcPts val="0"/>
              </a:spcAft>
            </a:pPr>
            <a:r>
              <a:rPr sz="1000" b="0" i="1">
                <a:solidFill>
                  <a:srgbClr val="5A6B7A"/>
                </a:solidFill>
                <a:latin typeface="Calibri"/>
              </a:rPr>
              <a:t>clamped to [0,1] before writing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4340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00B4D8"/>
                </a:solidFill>
                <a:latin typeface="Cambria"/>
              </a:rPr>
              <a:t>Scale-agnostic by construction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The network is fully convolutional with no fixed-size assumption, so the same weights handle 128→256 and 256→512. The brief states test data may contain either. Verified end-to-end: a 256×256 input emits 512×512 with no shape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python inference.py --input_dir &lt;dir&gt; --output_dir &lt;dir&gt;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Synthetic degradation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Sampled from the measured distribution, then deliberately widened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How parameters are sampled</a:t>
            </a:r>
          </a:p>
          <a:p>
            <a:pPr>
              <a:spcAft>
                <a:spcPts val="7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(L, σ) are drawn from empirical quantile tables fitted on all 3200 real pairs, then multiplied by a random widening factor so the tails extend past what was observed. This reproduces the true distribution by construction rather than assuming a parametric form.</a:t>
            </a:r>
          </a:p>
          <a:p>
            <a:pPr>
              <a:spcAft>
                <a:spcPts val="600"/>
              </a:spcAft>
            </a:pPr>
            <a:r>
              <a:rPr sz="1100" b="0" i="1">
                <a:solidFill>
                  <a:srgbClr val="5A6B7A"/>
                </a:solidFill>
                <a:latin typeface="Calibri"/>
              </a:rPr>
              <a:t>Kernel ∈ {area, bilinear, bicubic, gaussian+stride};  order randomised across the three degradations.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737360"/>
            <a:ext cx="5669280" cy="36576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27648" y="1787651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9288" y="1787651"/>
            <a:ext cx="9052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residual std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70848" y="1787651"/>
            <a:ext cx="7680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skew r/d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85248" y="1787651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per-image p10 / p50 / p90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0312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27648" y="2153412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real 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2153412"/>
            <a:ext cx="9052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0.0852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0848" y="2153412"/>
            <a:ext cx="7680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+0.367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85248" y="2153412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0.045 / 0.079 / 0.114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519172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synthetic (exact)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9288" y="2519172"/>
            <a:ext cx="9052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0.0945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519172"/>
            <a:ext cx="7680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+0.299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85248" y="2519172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0.050 / 0.081 / 0.135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83464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27648" y="2884932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synthetic (widened)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2884932"/>
            <a:ext cx="9052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0.1010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2884932"/>
            <a:ext cx="7680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+0.483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85248" y="2884932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0.045 / 0.086 / 0.145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401568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E8F7FB"/>
          </a:solidFill>
          <a:ln w="9525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Synthetic pairs match real statistics closely; the widened variant extends both tails for OOD robustness.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9768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700"/>
              </a:spcAft>
            </a:pPr>
            <a:r>
              <a:rPr sz="1350" b="1" i="0">
                <a:solidFill>
                  <a:srgbClr val="1A2733"/>
                </a:solidFill>
                <a:latin typeface="Cambria"/>
              </a:rPr>
              <a:t>Training mix and augmentation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50% real provided pairs (anchors the exact test distribution) / 50% synthetic (widens it)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64×64 LR crops → 128×128 GT, random flips and 90° rotations; crop-based training is what makes the model scale-agnostic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Synthetic LR is never clipped — the real data is not either, and clipping would create a train/test mismatch on exactly those values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src/degrade.py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NAFNet-style body at LR resolution, single PixelShuffle ×2 head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029200" cy="3108960"/>
          </a:xfrm>
          <a:prstGeom prst="roundRect">
            <a:avLst>
              <a:gd name="adj" fmla="val 6000"/>
            </a:avLst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input  (B, 1, H, W)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conv3×3  →  width 64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16 × NAFBlock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   depthwise conv + SimpleGate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   simplified channel attention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conv3×3  (long residual)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conv3×3  →  PixelShuffle(2)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conv3×3  →  1 channel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+ bilinear(input, ×2)</a:t>
            </a:r>
          </a:p>
          <a:p>
            <a:pPr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output  (B, 1, 2H, 2W)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737360"/>
            <a:ext cx="555955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Design rationale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Body runs at LR resolution and upsamples once at the end — ~4× cheaper than a U-Net at output resolution, and throughput is scored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NAF blocks reach near-transformer quality with pure convolution; SwinIR/Restormer gain little at 128×128 tiles and cost real H100 time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No BatchNorm anywhere — channel-wise LayerNorm only, so the evaluator's batch size cannot change our outputs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Per-block residual scales initialise at zero: a 16-block stack starts as identity and trains stably from scratch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No GAN — the brief asks for restoration without hallucinating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23774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600" b="1" i="0">
                <a:solidFill>
                  <a:srgbClr val="00B4D8"/>
                </a:solidFill>
                <a:latin typeface="Cambria"/>
              </a:rPr>
              <a:t>0.68 M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5120640"/>
            <a:ext cx="29260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600" b="1" i="0">
                <a:solidFill>
                  <a:srgbClr val="00B4D8"/>
                </a:solidFill>
                <a:latin typeface="Cambria"/>
              </a:rPr>
              <a:t>4.8e−07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max |batch8 − batch1|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batch-size invariance 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5120640"/>
            <a:ext cx="4572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200" b="1" i="0">
                <a:solidFill>
                  <a:srgbClr val="00B4D8"/>
                </a:solidFill>
                <a:latin typeface="Cambria"/>
              </a:rPr>
              <a:t>128→256 and 256→512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same weights, no reconfiguration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src/model.py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Loss and 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Pixel fidelity, structure and perception — weighted for what is scored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Objective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00B4D8"/>
                </a:solidFill>
                <a:latin typeface="Calibri"/>
              </a:rPr>
              <a:t>L  =  Charbonnier  +  0.15 · (1 − SSIM)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5A6B7A"/>
                </a:solidFill>
                <a:latin typeface="Calibri"/>
              </a:rPr>
              <a:t>+  0.05 · LPIPS   for the final 10% of steps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Charbonnier over L2: better PSNR/SSIM trade-off and robust to the heavy-tailed speckle outliers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Single-scale SSIM, not MS-SSIM — MS-SSIM needs ≥161 px and the GT crops are 128×128; it would fail or silently degrade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LPIPS is scored, but VGG every step costs ~30% throughput — a short fine-tune captures most of the benefit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737360"/>
            <a:ext cx="5669280" cy="36576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27648" y="1787651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47888" y="1787651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10312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27648" y="215341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Optimiser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215341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AdamW, betas (0.9, 0.999), wd 1e-4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251917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Learning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251917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5e-4, 2000-step warmup, cosine to 1e-6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83464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27648" y="288493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Batch / precision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88493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32, AMP, channels_last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325069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325069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grad-norm clip 1.0, non-finite loss guard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56616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7648" y="361645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Checkpointing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61645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validate every 5000 steps, keep best by PSNR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72000"/>
            <a:ext cx="10908792" cy="1143000"/>
          </a:xfrm>
          <a:prstGeom prst="roundRect">
            <a:avLst>
              <a:gd name="adj" fmla="val 6000"/>
            </a:avLst>
          </a:prstGeom>
          <a:solidFill>
            <a:srgbClr val="FFF6E3"/>
          </a:solidFill>
          <a:ln w="9525">
            <a:solidFill>
              <a:srgbClr val="FFB7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A2733"/>
                </a:solidFill>
                <a:latin typeface="Cambria"/>
              </a:rPr>
              <a:t>Stability incident and fix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An initial run diverged to a non-finite loss exactly as warmup ended and the learning rate peaked. Root cause: AdamW was configured with betas=(0.9, 0.9); the fast second-moment decay made the per-parameter step size volatile enough that one gradient spike at peak LR corrupted the weights irrecoverably. Fixed to (0.9, 0.999), lowered the peak LR to 5e-4, and added a guard that skips non-finite batches and aborts after 20 consecutive ones rather than silently consuming the budget.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src/losses.py, train.py, configs/base.yaml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Experiment tracking and validation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Reproducibility as a first-class deliverable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578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The validation split is group-aware</a:t>
            </a:r>
          </a:p>
          <a:p>
            <a:pPr>
              <a:spcAft>
                <a:spcPts val="7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KLA's own slides show sample 000000 → source 0001.png and sample 000500 → source 0186.png: samples are ordered by source image, roughly 2-3 per source.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A random per-index split therefore leaks near-duplicate content into training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A contiguous tail slice hands validation sources seen nowhere else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We hold out 10 evenly-spaced contiguous blocks of 32 — contiguous keeps same-source samples together, spacing covers all content types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Split frozen in configs/base.yaml; train ∩ val = ∅ asserted at load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66928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What every run records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run id, git hash, seed, step, LR, loss, all three metrics, parameter count and the full config as JSON — appended to results/run_log.csv at every validation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Seeds fixed for Python, NumPy and Torch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Every hyperparameter lives in configs/base.yaml; nothing hard-coded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The checkpoint embeds its own model config, so inference rebuilds the architecture without reading any config file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Schedule length is calibrated from measured throughput, so cosine reaches its minimum exactly when the budget ends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006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00B4D8"/>
                </a:solidFill>
                <a:latin typeface="Cambria"/>
              </a:rPr>
              <a:t>Pre-flight gate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D5E2EC"/>
                </a:solidFill>
                <a:latin typeface="Calibri"/>
              </a:rPr>
              <a:t>train.py --overfit 2 --steps 2000 must exceed 35 dB on two images before any long run starts, and exits non-zero on failure so it can gate a script. Crop alignment is verified independently: aligned residual 0.078 vs 0.128 for a 1-pixel shifted control.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results/run_log.csv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Restoration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Held-out validation split, 320 images never seen in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908792" cy="402336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879092"/>
            <a:ext cx="44256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21808" y="1879092"/>
            <a:ext cx="20482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PSNR (dB)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7" y="1879092"/>
            <a:ext cx="19568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SSIM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19487" y="1879092"/>
            <a:ext cx="189280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LPIPS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31136"/>
            <a:ext cx="10908792" cy="402336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2281428"/>
            <a:ext cx="44256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bicubic upsample (baseline)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808" y="2281428"/>
            <a:ext cx="20482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22.94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2281428"/>
            <a:ext cx="19568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0.5460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7" y="2281428"/>
            <a:ext cx="189280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pending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683764"/>
            <a:ext cx="44256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perfect denoise + bicubic (ceiling)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2683764"/>
            <a:ext cx="20482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32.25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7" y="2683764"/>
            <a:ext cx="19568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7" y="2683764"/>
            <a:ext cx="189280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035808"/>
            <a:ext cx="10908792" cy="402336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9808" y="3086100"/>
            <a:ext cx="44256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this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086100"/>
            <a:ext cx="20482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17.66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3086100"/>
            <a:ext cx="19568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0.3311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9487" y="3086100"/>
            <a:ext cx="189280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pending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79476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00B4D8"/>
                </a:solidFill>
                <a:latin typeface="Cambria"/>
              </a:rPr>
              <a:t>+-5.28 dB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over the bicubic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794760"/>
            <a:ext cx="36576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5A6B7A"/>
                </a:solidFill>
                <a:latin typeface="Cambria"/>
              </a:rPr>
              <a:t>OOD probe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external images degraded with our engine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proxy for the hidden OOD split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92040"/>
            <a:ext cx="10908792" cy="1051560"/>
          </a:xfrm>
          <a:prstGeom prst="roundRect">
            <a:avLst>
              <a:gd name="adj" fmla="val 6000"/>
            </a:avLst>
          </a:prstGeom>
          <a:solidFill>
            <a:srgbClr val="E8F7FB"/>
          </a:solidFill>
          <a:ln w="9525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1A2733"/>
                </a:solidFill>
                <a:latin typeface="Cambria"/>
              </a:rPr>
              <a:t>Metric conventions — stated because implementations differ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PSNR: data_range=1.0 on the clipped prediction, averaged per image.   SSIM: 11×11 Gaussian window, σ=1.5, data_range=1.0 — equivalent to skimage's gaussian_weights=True; skimage's default 7×7 uniform window yields a different number.   LPIPS: LPIPS-VGG on 3-channel-replicated grayscale, inputs mapped to [−1, 1].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results/metrics.csv  ·  python evaluate.py --weights weights/best.pt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Throughput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Scored end-to-end: startup, I/O and pre/post-processing all count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578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What we optimised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Only torch, numpy and argparse imported at module level — no yaml, lpips, skimage or matplotlib, each of which costs startup time for no benefit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Model config travels inside the checkpoint, so there is no config parse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Files read and written on a thread pool (npy I/O releases the GIL)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Inputs grouped by resolution and run in batches under inference_mode, with channels_last, pinned memory, non-blocking transfers and fp16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torch.compile off by default — 30-60 s of compile will not amortise over a small test set; available behind --compile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×8 self-ensemble available behind --tta: ~+0.2 dB for ~8× the runtime, off by default since throughput is scored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669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Measured</a:t>
            </a:r>
          </a:p>
          <a:p>
            <a:pPr>
              <a:spcAft>
                <a:spcPts val="200"/>
              </a:spcAft>
            </a:pPr>
            <a:r>
              <a:rPr sz="3000" b="1" i="0">
                <a:solidFill>
                  <a:srgbClr val="00B4D8"/>
                </a:solidFill>
                <a:latin typeface="Cambria"/>
              </a:rPr>
              <a:t>1437.2 ms</a:t>
            </a:r>
          </a:p>
          <a:p>
            <a:pPr>
              <a:spcAft>
                <a:spcPts val="1000"/>
              </a:spcAft>
            </a:pPr>
            <a:r>
              <a:rPr sz="1100" b="0" i="0">
                <a:solidFill>
                  <a:srgbClr val="5A6B7A"/>
                </a:solidFill>
                <a:latin typeface="Calibri"/>
              </a:rPr>
              <a:t>per image, model forward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1A2733"/>
                </a:solidFill>
                <a:latin typeface="Calibri"/>
              </a:rPr>
              <a:t>1 images / second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Full-pipeline wall clock is measured with the benchmark cell in the training notebook: it stages the validation split as loose .npy files and times inference.py from process start to the last file written — the same boundary KLA uses.</a:t>
            </a:r>
          </a:p>
          <a:p>
            <a:pPr>
              <a:spcAft>
                <a:spcPts val="600"/>
              </a:spcAft>
            </a:pPr>
            <a:r>
              <a:rPr sz="1050" b="0" i="1">
                <a:solidFill>
                  <a:srgbClr val="5A6B7A"/>
                </a:solidFill>
                <a:latin typeface="Calibri"/>
              </a:rPr>
              <a:t>Hardware, batch size, driver, torch version and timing method are recorded alongside the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time python inference.py --input_dir &lt;dir&gt; --output_dir &lt;dir&gt;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Visual results and failure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Best and worst cases from the held-out split</a:t>
            </a:r>
          </a:p>
        </p:txBody>
      </p:sp>
      <p:pic>
        <p:nvPicPr>
          <p:cNvPr id="4" name="Picture 3" descr="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1371600" cy="36576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77840" y="1691640"/>
            <a:ext cx="5973775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Dominant failure mode</a:t>
            </a:r>
          </a:p>
          <a:p>
            <a:pPr>
              <a:spcAft>
                <a:spcPts val="9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Heavy speckle (low L) over fine high-frequency texture. Where the noise variance approaches the local signal variance, the model cannot separate texture from speckle and smooths both — the conservative choice, and the right one given the brief asks for restoration without hallucinating structure.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Limitations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Trained on the released 256→128 pairs; the 512→256 case is handled by the fully-convolutional design and verified for shape correctness, but has no paired data to validate accuracy against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The degradation engine assumes only the three named mechanisms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No GAN or diffusion prior, so genuinely destroyed high-frequency detail is not invented — a deliberate accuracy/realism trade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results/qualitative.png — worst 4 and best 4 by PSNR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8308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142A3E"/>
          </a:solidFill>
          <a:ln w="9525">
            <a:solidFill>
              <a:srgbClr val="243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700"/>
              </a:spcAft>
            </a:pPr>
            <a:r>
              <a:rPr sz="1400" b="1" i="0">
                <a:solidFill>
                  <a:srgbClr val="00B4D8"/>
                </a:solidFill>
                <a:latin typeface="Cambria"/>
              </a:rPr>
              <a:t>Measured, not assumed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D5E2EC"/>
                </a:solidFill>
                <a:latin typeface="Calibri"/>
              </a:rPr>
              <a:t>The degradation model was recovered from the data and validated statistically; synthetic pairs reproduce the real distribution.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88536" y="178308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142A3E"/>
          </a:solidFill>
          <a:ln w="9525">
            <a:solidFill>
              <a:srgbClr val="243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700"/>
              </a:spcAft>
            </a:pPr>
            <a:r>
              <a:rPr sz="1400" b="1" i="0">
                <a:solidFill>
                  <a:srgbClr val="00B4D8"/>
                </a:solidFill>
                <a:latin typeface="Cambria"/>
              </a:rPr>
              <a:t>Efficient by design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D5E2EC"/>
                </a:solidFill>
                <a:latin typeface="Calibri"/>
              </a:rPr>
              <a:t>0.68 M parameters, body at LR resolution, single upsample — quality without paying H100 throughput for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36992" y="178308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142A3E"/>
          </a:solidFill>
          <a:ln w="9525">
            <a:solidFill>
              <a:srgbClr val="243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700"/>
              </a:spcAft>
            </a:pPr>
            <a:r>
              <a:rPr sz="1400" b="1" i="0">
                <a:solidFill>
                  <a:srgbClr val="00B4D8"/>
                </a:solidFill>
                <a:latin typeface="Cambria"/>
              </a:rPr>
              <a:t>Reproducible end to end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D5E2EC"/>
                </a:solidFill>
                <a:latin typeface="Calibri"/>
              </a:rPr>
              <a:t>Config-driven, seeded, logged per validation; inference runs from a clean environment with two directory arguments.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886200"/>
            <a:ext cx="10908792" cy="1234440"/>
          </a:xfrm>
          <a:prstGeom prst="roundRect">
            <a:avLst>
              <a:gd name="adj" fmla="val 6000"/>
            </a:avLst>
          </a:prstGeom>
          <a:solidFill>
            <a:srgbClr val="142A3E"/>
          </a:solidFill>
          <a:ln w="9525">
            <a:solidFill>
              <a:srgbClr val="243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0B4D8"/>
                </a:solidFill>
                <a:latin typeface="Cambria"/>
              </a:rPr>
              <a:t>External resources and licensing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D5E2EC"/>
                </a:solidFill>
                <a:latin typeface="Calibri"/>
              </a:rPr>
              <a:t>No external datasets or pretrained weights are used for the restoration model itself — it is trained from scratch on the official KLA data plus synthetic pairs derived from that same data. lpips (BSD-2-Clause) supplies the VGG perceptual loss for the final fine-tune and for reporting; its VGG16 backbone carries ImageNet-pretrained weights shipped with the package. Training degrades gracefully to Charbonnier + SSIM if it is unavailable, and inference.py never imports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github.com/23f2001033/kla-restore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README.md · train.py · inference.py · evaluate.py · analyze_degradation.py · configs/ · src/ · weights/ · results/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